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AETHER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F195"/>
                </a:solidFill>
              </a:rPr>
              <a:t>Autonomous Agent Ecosystem SDK for Solana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Building the Financial Backbone of the AI Agent Economy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THE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AI Agents Can't Pay for What They Need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 agents are becoming autonomous, but they can't transact independently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Legacy payment systems require human intervention for every transaction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APIs and services have no standard for machine-to-machine payments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Micropayments are economically impossible with traditional rails ($2-3 fees on $1 transactions)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A1A2E"/>
                </a:solidFill>
              </a:rPr>
              <a:t>The $7.9B AI agent market is stuck waiting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i="1" dirty="0">
                <a:solidFill>
                  <a:srgbClr val="1A1A2E"/>
                </a:solidFill>
              </a:rPr>
              <a:t>for humans to approve every payment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THE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Aether: First Production-Ready SDK for Autonomous Agent Payments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✓"/>
            </a:pPr>
            <a:r>
              <a:rPr lang="en-US" sz="2000" dirty="0">
                <a:solidFill>
                  <a:srgbClr val="333333"/>
                </a:solidFill>
              </a:rPr>
              <a:t>Negotiate contracts autonomously with other agents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✓"/>
            </a:pPr>
            <a:r>
              <a:rPr lang="en-US" sz="2000" dirty="0">
                <a:solidFill>
                  <a:srgbClr val="333333"/>
                </a:solidFill>
              </a:rPr>
              <a:t>Execute micropayments in milliseconds (&lt;400ms)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✓"/>
            </a:pPr>
            <a:r>
              <a:rPr lang="en-US" sz="2000" dirty="0">
                <a:solidFill>
                  <a:srgbClr val="333333"/>
                </a:solidFill>
              </a:rPr>
              <a:t>Verify and settle transactions without human intervention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✓"/>
            </a:pPr>
            <a:r>
              <a:rPr lang="en-US" sz="2000" dirty="0">
                <a:solidFill>
                  <a:srgbClr val="333333"/>
                </a:solidFill>
              </a:rPr>
              <a:t>Operate 24/7 in autonomous marketplaces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</a:rPr>
              <a:t>Powered by: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x402 Protocol - HTTP 402 payment standard for autonomous API payments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Solana Blockchain - 400ms finality, $0.00025 transaction costs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USDC Settlements - Stable, predictable pricing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HOW IT WORKS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Agent-to-Agent Payment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286000" cy="914400"/>
          </a:xfrm>
          <a:prstGeom prst="rect">
            <a:avLst/>
          </a:prstGeom>
          <a:solidFill>
            <a:srgbClr val="9945FF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 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(Buyer)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286000" cy="914400"/>
          </a:xfrm>
          <a:prstGeom prst="rect">
            <a:avLst/>
          </a:prstGeom>
          <a:solidFill>
            <a:srgbClr val="14F19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Aether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SDK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2286000" cy="914400"/>
          </a:xfrm>
          <a:prstGeom prst="rect">
            <a:avLst/>
          </a:prstGeom>
          <a:solidFill>
            <a:srgbClr val="9945FF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 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(Seller)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x402 Request 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◄ USDC Payment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3017520"/>
            <a:ext cx="457200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Solana Network: &lt;400ms settlement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1"/>
            </a:pPr>
            <a:r>
              <a:rPr lang="en-US" sz="1800" dirty="0">
                <a:solidFill>
                  <a:srgbClr val="333333"/>
                </a:solidFill>
              </a:rPr>
              <a:t>Request - Agent A requests paid service from Agent B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2"/>
            </a:pPr>
            <a:r>
              <a:rPr lang="en-US" sz="1800" dirty="0">
                <a:solidFill>
                  <a:srgbClr val="333333"/>
                </a:solidFill>
              </a:rPr>
              <a:t>Negotiate - Aether SDK verifies terms and authorizes payment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3"/>
            </a:pPr>
            <a:r>
              <a:rPr lang="en-US" sz="1800" dirty="0">
                <a:solidFill>
                  <a:srgbClr val="333333"/>
                </a:solidFill>
              </a:rPr>
              <a:t>Settle - USDC transferred on Solana, service delivered instantly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9945FF"/>
                </a:solidFill>
              </a:rPr>
              <a:t>All without human intervention.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MARKET OPPORTUNITY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Massive &amp; Growing Fast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Total Addressable Market (TAM):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945FF"/>
                </a:solidFill>
              </a:rPr>
              <a:t>$7.92B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33333"/>
                </a:solidFill>
              </a:rPr>
              <a:t>→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F195"/>
                </a:solidFill>
              </a:rPr>
              <a:t>$236B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84048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2034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2286000" cy="365760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CAGR: 45.8%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51% of large companies have deployed AI agents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45% of Fortune 500 companies actively piloting autonomous systems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500,000+ weekly x402 transactions already happening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Adoption Signals: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x402 transactions grew 10,000% in one month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Ecosystem market cap: $806M across major chains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40+ partners including Cloudflare, AWS, Anthropic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COMPETITIVE ADVANTAGES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Why Aether Wins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5603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Aether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Traditional APIs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Other Crypto SDKs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Payment Speed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&lt;400ms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Minutes to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2-15 seconds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Transaction 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$0.00025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$2-3 per tx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$0.50-$5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Autonomous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✅ Full autonomy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❌ Human required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⚠️ Partial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Protocol Standard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x402 (HTTP 402)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Proprietary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Production Ready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✅ Now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❌ Beta/Dev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Stable Currency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USDC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Fiat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Volatile crypto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Our Moat: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4846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First-mover in production-ready autonomous agent payments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x402 standard adoption - becoming industry protocol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TypeScript SDK - developer-friendly, full type safety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Proven on Solana - 400ms finality no other chain can match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BUSINESS MODEL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Multiple Revenue Streams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45FF"/>
                </a:solidFill>
              </a:rPr>
              <a:t>1. Transaction Fees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0.1-0.5% per payment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500K+ weekly txs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$2.5M ARR Year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46888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</a:rPr>
              <a:t>2. Enterprise Licensing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Premium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Custom integrations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Fortune 500 targets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645920"/>
            <a:ext cx="2468880" cy="1371600"/>
          </a:xfrm>
          <a:prstGeom prst="rect">
            <a:avLst/>
          </a:prstGeom>
          <a:solidFill>
            <a:srgbClr val="FFF9C4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3. Ecosystem Services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2103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Agent marketplace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Premium API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White-label solutions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Unit Economics: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Transaction cost: $0.00025 (Solana)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Transaction fee: $0.005-0.01 (2000-4000% margin)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Customer acquisition: $50-200 (dev tools, organic growth)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LTV: $5,000-50,000 per enterprise customer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TRACTION &amp; VALIDATION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Real Adoption, Real Numbers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Product: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</a:rPr>
              <a:t>Production-ready SDK (v1.0.5)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</a:rPr>
              <a:t>Live on npm - aether-agent-sdk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</a:rPr>
              <a:t>Full documentation and demos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</a:rPr>
              <a:t>TypeScript with complete type definitions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65760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Market Validation: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9202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x402 Protocol - 10,000% growth/month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500,000+ weekly transactions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$806M ecosystem market cap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40+ partners (AWS, Cloudflare)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657600" cy="274320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Technical Proof: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⚡"/>
            </a:pPr>
            <a:r>
              <a:rPr lang="en-US" sz="1300" dirty="0">
                <a:solidFill>
                  <a:srgbClr val="333333"/>
                </a:solidFill>
              </a:rPr>
              <a:t>&lt;400ms settlement time in production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⚡"/>
            </a:pPr>
            <a:r>
              <a:rPr lang="en-US" sz="1300" dirty="0">
                <a:solidFill>
                  <a:srgbClr val="333333"/>
                </a:solidFill>
              </a:rPr>
              <a:t>$0.00025 average cost per transaction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⚡"/>
            </a:pPr>
            <a:r>
              <a:rPr lang="en-US" sz="1300" dirty="0">
                <a:solidFill>
                  <a:srgbClr val="333333"/>
                </a:solidFill>
              </a:rPr>
              <a:t>99.9%+ uptime on Solana network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⚡"/>
            </a:pPr>
            <a:r>
              <a:rPr lang="en-US" sz="1300" dirty="0">
                <a:solidFill>
                  <a:srgbClr val="333333"/>
                </a:solidFill>
              </a:rPr>
              <a:t>Zero security incidents on mainnet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3657600" cy="27432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Developer Interest: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657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Open-source with growing community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Featured in Solana x402 hackathon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Integration requests from AI platforms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GO-TO-MARKET STRATEGY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Three-Phase Launch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2286000"/>
          </a:xfrm>
          <a:prstGeom prst="rect">
            <a:avLst/>
          </a:prstGeom>
          <a:solidFill>
            <a:srgbClr val="E3F2FD"/>
          </a:solidFill>
          <a:ln w="38100">
            <a:solidFill>
              <a:srgbClr val="994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45FF"/>
                </a:solidFill>
              </a:rPr>
              <a:t>Phase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9945FF"/>
                </a:solidFill>
              </a:rPr>
              <a:t>Q1-Q2 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Developer Adoption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Target: 1,000 developers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Tactics: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Hackathons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Documentation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Tutorials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468880" cy="2286000"/>
          </a:xfrm>
          <a:prstGeom prst="rect">
            <a:avLst/>
          </a:prstGeom>
          <a:solidFill>
            <a:srgbClr val="E8F5E9"/>
          </a:solidFill>
          <a:ln w="38100">
            <a:solidFill>
              <a:srgbClr val="14F1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</a:rPr>
              <a:t>Phase 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</a:rPr>
              <a:t>Q2-Q3 2025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Enterprise Pilots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Target: 10 Fortune 500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Tactics: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Direct sales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AI agent teams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Pilot programs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645920"/>
            <a:ext cx="2468880" cy="2286000"/>
          </a:xfrm>
          <a:prstGeom prst="rect">
            <a:avLst/>
          </a:prstGeom>
          <a:solidFill>
            <a:srgbClr val="FFF9C4"/>
          </a:solidFill>
          <a:ln w="381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Phase 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</a:rPr>
              <a:t>Q4 2025+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Ecosystem Expansion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5603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Target: Agent marketplace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Tactics: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Platform partnerships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White-label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Token launches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Distribution Channels: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Solana developer ecosystem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AI/LLM platform integrations (Anthropic, OpenAI agents)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Enterprise DevOps and AI teams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Web3 hackathons and grants programs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FINANCIAL PROJECTIONS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Conservative Growth Forecast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7315200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Transactions/month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Expenses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$8.4M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Size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Key Assumptions: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4480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Average transaction value: $10 USDC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Platform fee: 0.5% ($0.05 per transaction)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Conservative adoption: 0.8% of TAM by 2027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Enterprise customers: $50K-200K annual contracts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0" y="5486400"/>
            <a:ext cx="3657600" cy="365760"/>
          </a:xfrm>
          <a:prstGeom prst="rect">
            <a:avLst/>
          </a:prstGeom>
          <a:solidFill>
            <a:srgbClr val="14F19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Path to Profitability: Q3 2026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VISION &amp; ROADMAP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Building the Autonomous Economy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2E"/>
                </a:solidFill>
              </a:rPr>
              <a:t>By 2030, billions of AI agents will transact trillions of dollars autonomously.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A1A2E"/>
                </a:solidFill>
              </a:rPr>
              <a:t>Aether will be the financial protocol that powers this economy.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2025 Roadmap: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</a:rPr>
              <a:t>Q1: v1.0 Production Launch (complete)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Q2: Enterprise pilot program, Solana x402 hackathon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Q3: Agent marketplace beta, 10M+ transactions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Q4: Multi-chain expansion (Ethereum, Polygon)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2026 &amp; Beyond: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AI agent reputation system &amp; credit scoring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Autonomous lending and insurance protocols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Cross-chain agent communication standard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Global agent marketplace (1B+ transactions/month)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4F195"/>
                </a:solidFill>
              </a:rPr>
              <a:t>THE ASK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Raising: $2M Seed Round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F195"/>
                </a:solidFill>
              </a:rPr>
              <a:t>Use of Funds: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40% - Engineering (hire 5 senior blockchain/AI engineers)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25% - Sales &amp; Marketing (enterprise pilots, developer relations)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20% - Security &amp; Compliance (audits, legal, insurance)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10% - Operations &amp; Infrastructure (servers, tools, admin)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5% - Reserve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F195"/>
                </a:solidFill>
              </a:rPr>
              <a:t>12-18 Month Milestones: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429768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10,000 developer accounts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100M+ transactions processed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25+ enterprise customers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$10M+ ARR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Series A readiness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94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LET'S BUILD THE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AUTONOMOUS ECONOMY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TOGETHER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F195"/>
                </a:solidFill>
              </a:rPr>
              <a:t>AETHER SDK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GitHub: github.com/4n0nn43x/Aether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aether-agent-sdk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Aether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 - Autonomous Agent Ecosystem SDK for Solana</dc:title>
  <dc:subject>Pitch Deck</dc:subject>
  <dc:creator>4n0nn43x</dc:creator>
  <cp:lastModifiedBy>4n0nn43x</cp:lastModifiedBy>
  <cp:revision>1</cp:revision>
  <dcterms:created xsi:type="dcterms:W3CDTF">2025-11-10T01:29:02Z</dcterms:created>
  <dcterms:modified xsi:type="dcterms:W3CDTF">2025-11-10T01:29:02Z</dcterms:modified>
</cp:coreProperties>
</file>